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9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Study Helper - AI-Powered Notes Q&amp;A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dirty="0"/>
                        <a:t>2117240030067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dirty="0"/>
                        <a:t>S Kiruthika Devi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altLang="en-US" dirty="0"/>
                        <a:t>AIML-B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</a:t>
                      </a:r>
                      <a:r>
                        <a:rPr lang="en-GB" b="1"/>
                        <a:t>Rubina begam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853" y="818148"/>
            <a:ext cx="11671443" cy="581895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600" b="1" dirty="0"/>
              <a:t>AI Concepts Overview</a:t>
            </a:r>
          </a:p>
          <a:p>
            <a:r>
              <a:rPr lang="en-US" sz="5200" dirty="0"/>
              <a:t>Artificial Intelligence : Machines simulating human intelligence</a:t>
            </a:r>
          </a:p>
          <a:p>
            <a:r>
              <a:rPr lang="en-US" sz="5200" dirty="0"/>
              <a:t>Natural Language Processing : AI understanding human language</a:t>
            </a:r>
          </a:p>
          <a:p>
            <a:r>
              <a:rPr lang="en-US" sz="5200" dirty="0"/>
              <a:t>Semantic Search : Finding meaning, not just keywords</a:t>
            </a:r>
            <a:endParaRPr lang="en-US" dirty="0"/>
          </a:p>
          <a:p>
            <a:pPr marL="0" indent="0">
              <a:buNone/>
            </a:pPr>
            <a:r>
              <a:rPr lang="en-US" sz="5600" b="1" dirty="0"/>
              <a:t>Background &amp; Context</a:t>
            </a:r>
          </a:p>
          <a:p>
            <a:pPr marL="180000" indent="-180000">
              <a:spcBef>
                <a:spcPts val="600"/>
              </a:spcBef>
            </a:pPr>
            <a:r>
              <a:rPr lang="en-US" sz="5200" dirty="0"/>
              <a:t>Students create extensive digital notes</a:t>
            </a:r>
          </a:p>
          <a:p>
            <a:pPr marL="180000" indent="-180000">
              <a:spcBef>
                <a:spcPts val="600"/>
              </a:spcBef>
            </a:pPr>
            <a:r>
              <a:rPr lang="en-US" sz="5200" dirty="0"/>
              <a:t>Current tools only find exact word matches</a:t>
            </a:r>
          </a:p>
          <a:p>
            <a:pPr marL="180000" indent="-180000">
              <a:spcBef>
                <a:spcPts val="600"/>
              </a:spcBef>
            </a:pPr>
            <a:r>
              <a:rPr lang="en-US" sz="5200" dirty="0"/>
              <a:t>No intelligent understanding of content meaning</a:t>
            </a:r>
            <a:endParaRPr lang="en-US" dirty="0"/>
          </a:p>
          <a:p>
            <a:pPr marL="0" indent="0">
              <a:buNone/>
            </a:pPr>
            <a:r>
              <a:rPr lang="en-US" sz="5600" b="1" dirty="0"/>
              <a:t>Why This Matters</a:t>
            </a:r>
          </a:p>
          <a:p>
            <a:pPr marL="0" indent="0">
              <a:buNone/>
            </a:pPr>
            <a:r>
              <a:rPr lang="en-US" sz="5200" dirty="0"/>
              <a:t>- ⏰ Saves study time by 70%</a:t>
            </a:r>
          </a:p>
          <a:p>
            <a:pPr marL="0" indent="0">
              <a:buNone/>
            </a:pPr>
            <a:r>
              <a:rPr lang="en-US" sz="5200" dirty="0"/>
              <a:t>- 🎯 Provides precise answers from notes</a:t>
            </a:r>
          </a:p>
          <a:p>
            <a:pPr marL="0" indent="0">
              <a:buNone/>
            </a:pPr>
            <a:r>
              <a:rPr lang="en-US" sz="5200" dirty="0"/>
              <a:t>- 📚 Enhances learning efficiency</a:t>
            </a:r>
          </a:p>
          <a:p>
            <a:pPr marL="0" indent="0">
              <a:buNone/>
            </a:pPr>
            <a:r>
              <a:rPr lang="en-US" sz="5200" dirty="0"/>
              <a:t>- 🤖 Demonstrates practical AI application</a:t>
            </a:r>
            <a:endParaRPr lang="en-US" dirty="0"/>
          </a:p>
          <a:p>
            <a:pPr marL="0" indent="0">
              <a:buNone/>
            </a:pPr>
            <a:r>
              <a:rPr lang="en-US" sz="5600" b="1" dirty="0"/>
              <a:t>Project Goals</a:t>
            </a:r>
          </a:p>
          <a:p>
            <a:pPr marL="0" indent="0">
              <a:buNone/>
            </a:pPr>
            <a:r>
              <a:rPr lang="en-US" sz="5200" dirty="0"/>
              <a:t>Build Smart Study Helper that:</a:t>
            </a:r>
            <a:r>
              <a:rPr lang="en-US" dirty="0"/>
              <a:t>:</a:t>
            </a:r>
          </a:p>
          <a:p>
            <a:r>
              <a:rPr lang="en-US" sz="5200" dirty="0"/>
              <a:t>Understands questions in natural language</a:t>
            </a:r>
          </a:p>
          <a:p>
            <a:r>
              <a:rPr lang="en-US" sz="5200" dirty="0"/>
              <a:t>Finds relevant answers from uploaded notes</a:t>
            </a:r>
          </a:p>
          <a:p>
            <a:r>
              <a:rPr lang="en-US" sz="5200" dirty="0"/>
              <a:t>Works offline without internet</a:t>
            </a:r>
          </a:p>
          <a:p>
            <a:r>
              <a:rPr lang="en-US" sz="5200" dirty="0"/>
              <a:t>Provides instant responses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7EC03-30BA-C316-D772-4DE0F068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23001-1ADC-843E-964A-D08A50F1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EA214-9642-DCEF-9AF6-58091C8D4BBB}"/>
              </a:ext>
            </a:extLst>
          </p:cNvPr>
          <p:cNvSpPr txBox="1"/>
          <p:nvPr/>
        </p:nvSpPr>
        <p:spPr>
          <a:xfrm>
            <a:off x="226031" y="359596"/>
            <a:ext cx="1160979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✅ Upload notes in text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✅ Ask questions in plain English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✅ Get accurate, context-aware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✅ Fast response within seconds</a:t>
            </a:r>
          </a:p>
          <a:p>
            <a:endParaRPr lang="en-US" dirty="0"/>
          </a:p>
          <a:p>
            <a:r>
              <a:rPr lang="en-US" b="1" dirty="0"/>
              <a:t>Future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Add PDF/Image text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Support multiple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Add voice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Mobile app version</a:t>
            </a:r>
          </a:p>
        </p:txBody>
      </p:sp>
    </p:spTree>
    <p:extLst>
      <p:ext uri="{BB962C8B-B14F-4D97-AF65-F5344CB8AC3E}">
        <p14:creationId xmlns:p14="http://schemas.microsoft.com/office/powerpoint/2010/main" val="159426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09" y="818147"/>
            <a:ext cx="11743362" cy="590332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Theoretical Background</a:t>
            </a:r>
          </a:p>
          <a:p>
            <a:r>
              <a:rPr lang="en-US" b="1" dirty="0"/>
              <a:t>Problem</a:t>
            </a:r>
            <a:r>
              <a:rPr lang="en-US" dirty="0"/>
              <a:t>: Need semantic understanding of study notes</a:t>
            </a:r>
          </a:p>
          <a:p>
            <a:r>
              <a:rPr lang="en-US" b="1" dirty="0"/>
              <a:t>Solution</a:t>
            </a:r>
            <a:r>
              <a:rPr lang="en-US" dirty="0"/>
              <a:t>: Convert text to vectors that capture meaning</a:t>
            </a:r>
          </a:p>
          <a:p>
            <a:pPr marL="0" indent="0">
              <a:buNone/>
            </a:pPr>
            <a:r>
              <a:rPr lang="en-US" b="1" dirty="0"/>
              <a:t>Algorithms Considered</a:t>
            </a:r>
          </a:p>
          <a:p>
            <a:r>
              <a:rPr lang="en-US" b="1" dirty="0"/>
              <a:t>Keyword Search</a:t>
            </a:r>
            <a:r>
              <a:rPr lang="en-US" dirty="0"/>
              <a:t> ❌ No semantic understanding</a:t>
            </a:r>
          </a:p>
          <a:p>
            <a:r>
              <a:rPr lang="en-US" b="1" dirty="0"/>
              <a:t>BERT</a:t>
            </a:r>
            <a:r>
              <a:rPr lang="en-US" dirty="0"/>
              <a:t> ❌ Too heavy for mini-project</a:t>
            </a:r>
          </a:p>
          <a:p>
            <a:r>
              <a:rPr lang="en-US" b="1" dirty="0"/>
              <a:t>TF-IDF</a:t>
            </a:r>
            <a:r>
              <a:rPr lang="en-US" dirty="0"/>
              <a:t> ❌ Statistical but no context</a:t>
            </a:r>
          </a:p>
          <a:p>
            <a:r>
              <a:rPr lang="en-US" b="1" dirty="0"/>
              <a:t>Sentence-BERT</a:t>
            </a:r>
            <a:r>
              <a:rPr lang="en-US" dirty="0"/>
              <a:t> ✅ Lightweight + understands meaning</a:t>
            </a:r>
          </a:p>
          <a:p>
            <a:pPr marL="0" indent="0">
              <a:buNone/>
            </a:pPr>
            <a:r>
              <a:rPr lang="en-US" b="1" dirty="0"/>
              <a:t>Why Sentence-BERT?</a:t>
            </a:r>
          </a:p>
          <a:p>
            <a:r>
              <a:rPr lang="en-US" dirty="0"/>
              <a:t>Creates "meaning vectors" of sentences</a:t>
            </a:r>
          </a:p>
          <a:p>
            <a:r>
              <a:rPr lang="en-US" dirty="0"/>
              <a:t>Fast cosine similarity matching</a:t>
            </a:r>
          </a:p>
          <a:p>
            <a:r>
              <a:rPr lang="en-US" dirty="0"/>
              <a:t>Perfect for document Q&amp;A systems</a:t>
            </a:r>
          </a:p>
          <a:p>
            <a:r>
              <a:rPr lang="en-US" dirty="0"/>
              <a:t>Balanced accuracy &amp; speed</a:t>
            </a:r>
          </a:p>
          <a:p>
            <a:pPr marL="0" indent="0">
              <a:buNone/>
            </a:pPr>
            <a:r>
              <a:rPr lang="en-US" b="1" dirty="0"/>
              <a:t>How It Works - Example</a:t>
            </a:r>
            <a:endParaRPr lang="en-US" dirty="0"/>
          </a:p>
          <a:p>
            <a:pPr marL="0" indent="0" latinLnBrk="1">
              <a:buNone/>
            </a:pPr>
            <a:r>
              <a:rPr lang="en-US" dirty="0"/>
              <a:t>Your Notes: "Machine learning uses data to learn patterns"</a:t>
            </a:r>
          </a:p>
          <a:p>
            <a:pPr marL="0" indent="0" latinLnBrk="1">
              <a:buNone/>
            </a:pPr>
            <a:r>
              <a:rPr lang="en-US" dirty="0"/>
              <a:t>1. Convert to Vector: [0.1, 0.7, 0.2, ...]</a:t>
            </a:r>
          </a:p>
          <a:p>
            <a:pPr marL="0" indent="0" latinLnBrk="1">
              <a:buNone/>
            </a:pPr>
            <a:r>
              <a:rPr lang="en-US" dirty="0"/>
              <a:t>2. Question: "How does ML learn?" → [0.1, 0.6, 0.3, ...]</a:t>
            </a:r>
          </a:p>
          <a:p>
            <a:pPr marL="0" indent="0" latinLnBrk="1">
              <a:buNone/>
            </a:pPr>
            <a:r>
              <a:rPr lang="en-US" dirty="0"/>
              <a:t>3. Compare vectors → 92% match</a:t>
            </a:r>
          </a:p>
          <a:p>
            <a:pPr marL="0" indent="0" latinLnBrk="1">
              <a:buNone/>
            </a:pPr>
            <a:r>
              <a:rPr lang="en-US" dirty="0"/>
              <a:t>4. Return: "Machine learning uses data to learn patterns"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039789"/>
              </p:ext>
            </p:extLst>
          </p:nvPr>
        </p:nvGraphicFramePr>
        <p:xfrm>
          <a:off x="1854200" y="2205222"/>
          <a:ext cx="8128000" cy="174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https://github.com/KiruthikaDevi08/studymate-ai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F07ABD-5769-E50E-06F8-9FF2FB05B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83" y="1407560"/>
            <a:ext cx="5890517" cy="47466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8706D8-217B-8D55-A947-D2960B332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509" y="1407560"/>
            <a:ext cx="5709007" cy="4746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73" y="1267326"/>
            <a:ext cx="11496782" cy="522554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Results Achieved</a:t>
            </a:r>
          </a:p>
          <a:p>
            <a:r>
              <a:rPr lang="en-IN" dirty="0"/>
              <a:t>✅ Document upload &amp; processing</a:t>
            </a:r>
          </a:p>
          <a:p>
            <a:r>
              <a:rPr lang="en-IN" dirty="0"/>
              <a:t>✅ Semantic search using AI</a:t>
            </a:r>
          </a:p>
          <a:p>
            <a:r>
              <a:rPr lang="en-IN" dirty="0"/>
              <a:t>✅ Accurate answer retrieval</a:t>
            </a:r>
          </a:p>
          <a:p>
            <a:r>
              <a:rPr lang="en-IN" dirty="0"/>
              <a:t>✅ Fast response time (&lt;2 seconds)</a:t>
            </a:r>
          </a:p>
          <a:p>
            <a:r>
              <a:rPr lang="en-IN" dirty="0"/>
              <a:t>✅ Clean web interface</a:t>
            </a:r>
          </a:p>
          <a:p>
            <a:r>
              <a:rPr lang="en-IN" b="1" dirty="0"/>
              <a:t>Future Enhancements</a:t>
            </a:r>
          </a:p>
          <a:p>
            <a:r>
              <a:rPr lang="en-IN" b="1" dirty="0"/>
              <a:t>PDF Support</a:t>
            </a:r>
            <a:r>
              <a:rPr lang="en-IN" dirty="0"/>
              <a:t> - Process PDF notes</a:t>
            </a:r>
          </a:p>
          <a:p>
            <a:r>
              <a:rPr lang="en-IN" b="1" dirty="0"/>
              <a:t>Mobile App</a:t>
            </a:r>
            <a:r>
              <a:rPr lang="en-IN" dirty="0"/>
              <a:t> - Android/iOS version</a:t>
            </a:r>
          </a:p>
          <a:p>
            <a:r>
              <a:rPr lang="en-IN" b="1" dirty="0"/>
              <a:t>Voice Questions</a:t>
            </a:r>
            <a:r>
              <a:rPr lang="en-IN" dirty="0"/>
              <a:t> - Speak instead of type</a:t>
            </a:r>
          </a:p>
          <a:p>
            <a:r>
              <a:rPr lang="en-IN" b="1" dirty="0"/>
              <a:t>Multi-document</a:t>
            </a:r>
            <a:r>
              <a:rPr lang="en-IN" dirty="0"/>
              <a:t> - Search across all notes</a:t>
            </a:r>
          </a:p>
          <a:p>
            <a:r>
              <a:rPr lang="en-IN" b="1" dirty="0"/>
              <a:t>Study Analytics</a:t>
            </a:r>
            <a:r>
              <a:rPr lang="en-IN" dirty="0"/>
              <a:t> - Track learning patterns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321" y="1267326"/>
            <a:ext cx="11661169" cy="49096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b="1" dirty="0"/>
              <a:t>"Natural Language Processing in Action"</a:t>
            </a:r>
            <a:r>
              <a:rPr lang="en-IN" dirty="0"/>
              <a:t> - Hobson Lane et al.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"Sentence-BERT" Research Paper</a:t>
            </a:r>
            <a:r>
              <a:rPr lang="en-IN" dirty="0"/>
              <a:t> - Nils Reimers, Iryna </a:t>
            </a:r>
            <a:r>
              <a:rPr lang="en-IN" dirty="0" err="1"/>
              <a:t>Gurevych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Stanford CS224N NLP Course</a:t>
            </a:r>
            <a:r>
              <a:rPr lang="en-IN" dirty="0"/>
              <a:t> - Online lectures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Hugging Face Documentation</a:t>
            </a:r>
            <a:r>
              <a:rPr lang="en-IN" dirty="0"/>
              <a:t> - Official docs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dirty="0"/>
              <a:t>"Applied Text Analysis with Python"</a:t>
            </a:r>
            <a:r>
              <a:rPr lang="en-IN" dirty="0"/>
              <a:t> - Benjamin Bengfort et al.</a:t>
            </a:r>
          </a:p>
          <a:p>
            <a:pPr marL="0" lv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516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Smart Study Helper - AI-Powered Notes Q&amp;A</vt:lpstr>
      <vt:lpstr>PROBLEM STATEMENT</vt:lpstr>
      <vt:lpstr>PowerPoint Presentation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CSE (ARTIFICIAL INTELLIGENCE AND MACHINE LEARNING) ACADEMIC YEAR 2025 - 2026 SEMESTER III ARTIFICIAL INTELLIGENCE LABORATORY  MINI PROJECT REVIEW   &lt;TITLE OF THE PROJECT&gt;</dc:title>
  <dc:creator>SANKAR GANESH K</dc:creator>
  <cp:lastModifiedBy>kiruthika.devi0802@gmail.com</cp:lastModifiedBy>
  <cp:revision>8</cp:revision>
  <dcterms:created xsi:type="dcterms:W3CDTF">2025-10-18T08:57:00Z</dcterms:created>
  <dcterms:modified xsi:type="dcterms:W3CDTF">2025-11-02T05:59:30Z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22A39840297F4728A44952995686CB4E_12</vt:lpwstr>
  </property>
  <property fmtid="{D5CDD505-2E9C-101B-9397-08002B2CF9AE}" pid="3" name="KSOProductBuildVer">
    <vt:lpwstr>1033-12.2.0.23155</vt:lpwstr>
  </property>
</Properties>
</file>